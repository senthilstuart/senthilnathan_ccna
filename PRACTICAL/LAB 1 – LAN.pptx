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5DCB-5674-AC0E-6836-CFDC565D2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3F8A7-B66D-B90F-FCBF-BCCD192FD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9EABB-51EB-3AB1-C815-152F2A30A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FD69D-5D79-E329-E503-03A3E0AF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78B74-98FE-DCA7-68DE-9B6FCF79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831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DF83-98A7-B9CB-A47F-1F1DF02E8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B2E7E-66C6-1DE7-0650-1B6449920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08BC8-D2C0-A809-F00E-3FFDEECCF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ACEC8-50D7-1B57-0E4A-ED7A8E2E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E9F0B-3249-27BD-B769-FF9D1B21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8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604AE-212A-0782-A810-D60B87D0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8CBC2-65C9-FA1E-5144-1AC4A2277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A3532-DC1F-D0A1-4930-5A26A624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FB785-2679-11D1-6FDE-F17C14A78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49DE9-71C2-E8B2-0EB8-86F24325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986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1046-E5F5-53A3-5E8A-22FB8306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8C77-35BF-6F2C-E36A-3467675DA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E3989-D4BE-B533-DD7B-A880E7570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CD970-A8B8-89BE-FB17-8BFC799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A5BC7-AACF-C769-A0E8-704A5021E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BA6CC-0451-B480-0A72-87EAFA2F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289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ACFB-9595-D8AF-BDB3-FD1B47780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4C68D-375D-AD20-BE21-DAAAA418C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48719-0147-13E0-2E07-047C2316F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2DC51-1469-91D3-F0DA-1900E3D8A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872CEB-3338-CFF4-388E-44FDF2444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A88BDE-2BC4-E634-FF27-61290EC4E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9BC795-B414-A9B3-923B-83D98A1B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0AE087-2040-1189-0D5E-2E30D949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116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D5A0-F6AB-345E-4740-B4CC7D32E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AD6A6-AC40-1B6D-965C-BD4DBF51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FDA25-BFB3-8754-48F2-8C673826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879A02-7CBE-AEE9-F257-5D3A0EAF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96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A230C1-47AA-683F-7722-A4AE5FE33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C1AB77-8476-C0BE-8205-4808702D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6B96A-C043-5C21-A24C-712CA337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3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A213-D79F-6AC3-FEB6-8D200C6DA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8365-A106-27E4-7F5A-CDF0E71DA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F19AD-8A92-9F70-C3FB-8F0E277AA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95F98-C5BC-3AEF-EF63-12576E57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C6A93-FEC0-0008-0AAB-AF65607A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92640-2081-961F-3520-E6B69094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54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2437-5816-4B6D-C3BA-C4377215E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673CE8-5212-FF20-C66B-A791247051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FB38A-CA21-C00E-DB5C-501C4E36A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5E917-BC4B-B1C5-A6BF-CEEFC860F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58CA0-73CD-60C3-3107-AA2559934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842FA-A111-0BC4-8B0C-7008491F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46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101B-9EE4-1953-2B3E-953F584A4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572D8-7557-A30E-9882-2E483E100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B634D-2D67-A239-2950-C4AC6336F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5EE21-5B32-35AE-CC7A-B55D7D05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045CE-3016-0611-BE25-43E7BE59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69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0725E-E7CC-1444-3FD5-2D3D2D843A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5E199-92B7-7863-E780-6748A4450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7A854-7D32-1BE5-EA46-5F695854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15344-B847-491A-11BD-B411F63B0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9AA46-9051-C9D1-1EBC-F517BE650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255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1EBD4C-7F1B-9FD8-7895-6DA5DD543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5D91D-B553-9D88-7EF4-3345003A7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0D298-153F-F2C8-FF0D-4A3F67075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72687-B3C1-41E5-9084-C5EF00DE1A0E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3E192-B166-5572-159E-EA0BD72B7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778FA-71DD-D954-75F6-984F1CD2F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76B99-AA67-4B7D-AF1F-1538E290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6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485AB62-05C1-4F1B-166D-6D9E2FBC1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IN" sz="5200" b="1" dirty="0">
                <a:solidFill>
                  <a:schemeClr val="tx2"/>
                </a:solidFill>
                <a:latin typeface="Aptos Black" panose="020F0502020204030204" pitchFamily="34" charset="0"/>
              </a:rPr>
              <a:t>LAB 1 – LAN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1898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E55231-2365-8152-1D0F-860E6A870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402" y="1719627"/>
            <a:ext cx="3292125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1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24EA0-B4D3-7591-ED19-5478A7D3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B6411E-E63D-6F33-E041-AE35DFA9C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769" y="1123527"/>
            <a:ext cx="4409838" cy="46048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56677B-C0B7-4DAC-ACAD-8054FF1B59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573887"/>
            <a:ext cx="0" cy="3710227"/>
          </a:xfrm>
          <a:prstGeom prst="line">
            <a:avLst/>
          </a:prstGeom>
          <a:ln w="19050">
            <a:solidFill>
              <a:srgbClr val="FF3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DFF88D8-BAF3-B636-E73B-FABDC4C90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240" y="1123527"/>
            <a:ext cx="3591744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3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AEEA6-C43E-45C6-D312-73729F2E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6FA0DD-8240-EB55-FB80-E1A71DC0A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313359"/>
            <a:ext cx="3292524" cy="422513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6AAE25-BD23-41B5-AAE4-1DA5898C2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573887"/>
            <a:ext cx="0" cy="3710227"/>
          </a:xfrm>
          <a:prstGeom prst="line">
            <a:avLst/>
          </a:prstGeom>
          <a:ln w="19050">
            <a:solidFill>
              <a:srgbClr val="24D0F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D208F35-83D7-57B1-BB19-4D056BC2B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676" y="1895675"/>
            <a:ext cx="6184580" cy="306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41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E16A23-C8A1-B410-7648-CD58201D4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14D75-BD76-4A0C-9E80-C0C540D8B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21" y="650497"/>
            <a:ext cx="4736002" cy="557106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DF6C8-1837-6003-F8FE-B2E56213B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937" y="643467"/>
            <a:ext cx="3356817" cy="247565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A982C6-73FF-B2A1-8F99-51E649497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845" y="3748194"/>
            <a:ext cx="3689001" cy="247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042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8B53-7017-46C7-1321-06A5A3FFF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0212FB-49D8-8E8A-7CD5-4BF6C6A46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17" y="602348"/>
            <a:ext cx="10812027" cy="529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66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Black</vt:lpstr>
      <vt:lpstr>Aptos Display</vt:lpstr>
      <vt:lpstr>Arial</vt:lpstr>
      <vt:lpstr>Office Theme</vt:lpstr>
      <vt:lpstr>LAB 1 – LAN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Senthil Nathan</dc:creator>
  <cp:lastModifiedBy>Senthil Nathan</cp:lastModifiedBy>
  <cp:revision>1</cp:revision>
  <dcterms:created xsi:type="dcterms:W3CDTF">2026-08-27T12:53:48Z</dcterms:created>
  <dcterms:modified xsi:type="dcterms:W3CDTF">2026-08-27T13:18:04Z</dcterms:modified>
</cp:coreProperties>
</file>