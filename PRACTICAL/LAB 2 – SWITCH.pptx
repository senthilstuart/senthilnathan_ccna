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95240-CA33-9368-8725-07B8BB53F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8CC700-C2B1-77DF-49E9-2F523B002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6A939-6C50-E8BC-DE0B-B983ECFC8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FF3A-4572-42D4-8371-FEF7962606E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36C1B-1100-E726-DB9D-D4CA96D29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BD314-6A3C-5946-28E1-173418E2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D7F5-E28B-4EF3-A7E7-E4CA5C83F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545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65866-AEA7-1437-1A58-AFF1F1F94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48229-4002-6196-4D43-F8D08F723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6A086-F6DF-A819-27CD-3C21B01E9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FF3A-4572-42D4-8371-FEF7962606E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A8B40-4CAD-BA35-3C5D-79674CCB1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8BE82-E120-C370-5CB7-7DF63896E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D7F5-E28B-4EF3-A7E7-E4CA5C83F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664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E94FE-94F2-9ED0-2C1D-7E42CE15A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FDF02-790B-7BFE-98F2-36E15C8FF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8D56E-C4F7-6324-1343-C3DB27E8F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FF3A-4572-42D4-8371-FEF7962606E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4BEF4-6E4E-4D5C-ECEE-87E16A56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3BD3E-9EF5-AF05-D5B9-CAEBF7C28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D7F5-E28B-4EF3-A7E7-E4CA5C83F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625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B5FFD-16DF-1A98-D773-E180AE748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8F526-0523-52D8-A177-CCF053713C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1B1D31-1CEF-88A0-A07A-C540CCD2A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9F4BD-8D4B-8987-AE33-AD52BCE49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FF3A-4572-42D4-8371-FEF7962606E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D7869-6C93-E6E6-6ADE-A12C3FD06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6B685-DE92-CB4E-B002-4779344FE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D7F5-E28B-4EF3-A7E7-E4CA5C83F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617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56A8F-0BED-EB0E-B396-D9680A3FB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6A6A5-5DF8-960C-B792-FCCC921AA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20A44-F4CC-9D01-4818-EAE0B5AAD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D13C26-9D94-6DE1-8A9E-FFF9446CE9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1999D8-0516-00FA-E89B-7CF71D0C80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EE2B33-0463-9950-5E12-4FE9258F0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FF3A-4572-42D4-8371-FEF7962606E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C8C406-AD70-02AE-5DF2-A6588381E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482B46-E741-4495-CE5A-5F34F86B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D7F5-E28B-4EF3-A7E7-E4CA5C83F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487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C8672-299A-FBB0-F96A-16E109150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F81E83-E258-52B9-43E1-D9B7256FF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FF3A-4572-42D4-8371-FEF7962606E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A8A2D4-6D62-8895-6175-B729BD4BB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F34E84-AC28-E972-FDA5-7807AC1A1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D7F5-E28B-4EF3-A7E7-E4CA5C83F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513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189381-F783-2C20-D6DB-6F95F9E41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FF3A-4572-42D4-8371-FEF7962606E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F87414-C75F-8FAC-FA08-73F95E766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91AB5-0D67-D0B0-7E2E-5B8089614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D7F5-E28B-4EF3-A7E7-E4CA5C83F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680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B299D-D0E1-8694-7351-E10E8914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0827B-19C5-24BA-2208-7B15C5136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DABD3-2CAD-7DB7-6058-F418CCF60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02982-54A3-5E87-076A-D32E88A43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FF3A-4572-42D4-8371-FEF7962606E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7449A-F3BC-1E41-C5F2-05FB7F5E1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D4C98-BDEA-FBD7-2A9E-FE4E324D3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D7F5-E28B-4EF3-A7E7-E4CA5C83F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103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A9419-33CF-3439-6154-343462607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71AFFA-94DB-29C2-0ED4-0C1B87C876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8EF9F-1E8E-9859-EB33-D6D87CAFF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8C31A-F9D8-37D8-B4A8-9B7556EE0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FF3A-4572-42D4-8371-FEF7962606E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A3110-B59B-E8F3-9F0C-722BD6449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3D43C-E385-4D51-D78A-73E51973D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D7F5-E28B-4EF3-A7E7-E4CA5C83F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093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E02ED-5339-AD55-6014-BFB7915A5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9997E6-7333-3517-51A5-31A30575C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ADFE0-FF9D-7FAC-03E2-D76A0422A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FF3A-4572-42D4-8371-FEF7962606E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4ACE9-7444-BC97-50A5-88E4A2C8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6D485-2C83-F360-E279-F51B26DDA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D7F5-E28B-4EF3-A7E7-E4CA5C83F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452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39A98C-0C8F-569B-7D32-462ED7C0AE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B7BA7B-8065-1816-95BE-3323DA0FF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03F28-2378-720B-E159-D5B4DAFD8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FF3A-4572-42D4-8371-FEF7962606E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461D8-FD70-11B8-2527-99A32F837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808F3-7656-160A-477F-5F6D42287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D7F5-E28B-4EF3-A7E7-E4CA5C83F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126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70AA71-289E-CBAF-AA4E-82C80D72F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3DBF2-FB2F-174E-24A0-69AD52D91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6AC9F-E538-B775-709E-626056891D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6BFF3A-4572-42D4-8371-FEF7962606E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8F96E-C72A-DEF1-3C25-52F5FB66A2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5F02A-1D80-57E2-3CF5-85112567B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FD7F5-E28B-4EF3-A7E7-E4CA5C83F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046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9F8DC-2C93-1BD0-02EF-F13CBD7ED9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 Black" panose="020B0A04020102020204" pitchFamily="34" charset="0"/>
              </a:rPr>
              <a:t>LAB 2 – SWITCH </a:t>
            </a:r>
            <a:endParaRPr lang="en-IN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566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F35E9F-4B8A-0871-BEFF-7BB128819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63" y="911512"/>
            <a:ext cx="4273770" cy="36450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5325C0-5784-195B-E64F-A0062690A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184" y="992664"/>
            <a:ext cx="4858000" cy="37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88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DB55E-C86C-8E67-D5A7-291717D0E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97BDBD-1718-C803-14CD-4722FD53E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83" y="948197"/>
            <a:ext cx="5200917" cy="37022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38FE32-FE70-0787-CB45-8FCE03DD4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001" y="758952"/>
            <a:ext cx="5195606" cy="408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38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Office Theme</vt:lpstr>
      <vt:lpstr>LAB 2 – SWITCH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senthil nathan</dc:creator>
  <cp:lastModifiedBy>senthil nathan</cp:lastModifiedBy>
  <cp:revision>1</cp:revision>
  <dcterms:created xsi:type="dcterms:W3CDTF">2026-08-27T17:56:36Z</dcterms:created>
  <dcterms:modified xsi:type="dcterms:W3CDTF">2026-08-27T18:03:21Z</dcterms:modified>
</cp:coreProperties>
</file>