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4D0CE-4F86-50B1-648D-E1701721BB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E850B5-F751-05A1-2A31-5B546E6FAB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42A6D-28A6-630E-EA43-CD0222BC5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F9538-B9A2-4B4F-B736-D24165E897EA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0BDC3-150F-3CEE-4423-3D9AF1884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12834-079D-2216-90BD-142094541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47F0-654E-4F97-A9E5-164DDFB349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6301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73A93-24D4-5F22-D25C-E3C2DB4A1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FC961-A593-8F49-3CD4-D34CCC84A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6EF72-A796-EB4C-CE54-86A9CE229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F9538-B9A2-4B4F-B736-D24165E897EA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E6F6C-1563-1A5C-0425-C2D7F1D9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22F8B-E07D-A304-01FA-4AD4AD28C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47F0-654E-4F97-A9E5-164DDFB349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766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42050-4915-ED7F-304E-162F51287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124ACB-C83F-F25F-91CB-86865EA15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18547-89EC-EF6D-5EF9-A9415E013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F9538-B9A2-4B4F-B736-D24165E897EA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2CD52-119D-9EF0-BFBB-CF1171AF3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218DF-A41F-05E3-1327-46A3AC31C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47F0-654E-4F97-A9E5-164DDFB349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266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5E3DF-C266-87BD-A4C3-EB991EE45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681D5-5425-33AF-D24B-0FAAB36AF4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D15EEE-F9BA-1223-3E72-30664A5EF3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6CA315-B1EB-6F3E-000B-8D2B37907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F9538-B9A2-4B4F-B736-D24165E897EA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04FF73-4AB2-5F65-543E-A32446200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A9DD16-AF39-5C6B-C841-BAE792C9D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47F0-654E-4F97-A9E5-164DDFB349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285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D7C15-4175-BB31-050C-2029FE56E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3F24A0-3327-77AC-23AA-15418A55C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8051D2-9FF1-477B-09D7-452286965E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448A5D-DE97-487E-C2AD-6025CA9B8E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0E1388-815E-1F28-94F3-1E9DB926CC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BC8815-55CA-058A-3CDC-809356C54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F9538-B9A2-4B4F-B736-D24165E897EA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4F5479-0275-11F5-0F7E-291294790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9533A9-AF8F-441D-9BEC-F105E808F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47F0-654E-4F97-A9E5-164DDFB349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330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4BF72-7446-F0D9-8971-05D3CF6F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B716ED-6A23-0EA1-D39A-769FDF77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F9538-B9A2-4B4F-B736-D24165E897EA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D89F9A-C35F-6689-4CE2-DB06DED1F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633E04-9707-6175-AA13-260425AE0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47F0-654E-4F97-A9E5-164DDFB349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6207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E2BD25-F5A7-7BDB-10F0-402EAA034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F9538-B9A2-4B4F-B736-D24165E897EA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A4E207-CAB7-29BB-14D8-5494F29E3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67C9B-B682-6C0C-2944-E9A32ED7A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47F0-654E-4F97-A9E5-164DDFB349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2512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63385-7953-A25E-2DD6-98A2FCE75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C1C66-7AE7-3BCA-3E1D-0B8686D47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01FF5D-AC04-0B7A-24CB-4302C1C742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9E236A-B24C-2AF4-D412-7E51DD10D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F9538-B9A2-4B4F-B736-D24165E897EA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0AF0B5-25FB-2250-6977-49B6E466A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C32D5A-CAC2-2232-D508-730DF396E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47F0-654E-4F97-A9E5-164DDFB349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8506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B2FA7-F7F2-3811-AF99-AFE7306E1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9C590D-FEBB-A2DE-E509-485D515588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071917-ABF6-9422-58AB-65DE1D1A3B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D9176C-A32D-E283-CE70-3824B3F6D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F9538-B9A2-4B4F-B736-D24165E897EA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D568CE-6271-1A99-24AB-7C6148141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59DA05-62FB-A2B9-6B44-2A0039936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47F0-654E-4F97-A9E5-164DDFB349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9733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8F6F1-9803-5F7C-01DF-9C8082C23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EE4E02-A101-F5A8-E030-14FA9CE0F0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571F4-D500-CD58-D1C6-5ED388AA2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F9538-B9A2-4B4F-B736-D24165E897EA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99B2A-1721-1AAD-FF87-F9E8ACE03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A2D4A-EEAB-9A69-11F0-5D83528B2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47F0-654E-4F97-A9E5-164DDFB349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723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EC1C01-EB6F-E0F8-6485-16D8B03EBB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DBE5DE-E1D5-F979-8464-8460287DAB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831DA-93C4-8650-9FD6-14AEBA990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F9538-B9A2-4B4F-B736-D24165E897EA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731B5-8CEA-BFB9-5138-DCC33B7CA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A756C-B89C-EAF0-303B-3B21B6ABC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47F0-654E-4F97-A9E5-164DDFB349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883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284FCE-6293-50E7-0D04-252422704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7B18E-C3FE-EA01-9DAC-FBD2AC81F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1F5E6-19BF-2B81-AA51-A3012F86E1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DF9538-B9A2-4B4F-B736-D24165E897EA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DAD36-7F97-9C18-5B7F-DC74459035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1EF64-725C-53B2-026F-E420DD821F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8E47F0-654E-4F97-A9E5-164DDFB349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500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3E6B9-4C0C-2E30-3559-A0A4BDB3C6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highlight>
                  <a:srgbClr val="FFFF00"/>
                </a:highlight>
                <a:latin typeface="Aptos Slab SemiBold" panose="020F0502020204030204" pitchFamily="34" charset="0"/>
              </a:rPr>
              <a:t>LAB7 – Server Switches</a:t>
            </a:r>
          </a:p>
        </p:txBody>
      </p:sp>
    </p:spTree>
    <p:extLst>
      <p:ext uri="{BB962C8B-B14F-4D97-AF65-F5344CB8AC3E}">
        <p14:creationId xmlns:p14="http://schemas.microsoft.com/office/powerpoint/2010/main" val="1811400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0330DD-BECA-A9E4-FE78-5F7D9975A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667" y="1138032"/>
            <a:ext cx="3787468" cy="15622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076CA4-BD23-CA4D-2AF3-9611E6D38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321" y="3814803"/>
            <a:ext cx="6256562" cy="19051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49E3CF-5544-241B-58CA-14A19832C8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9245" y="1391433"/>
            <a:ext cx="2903472" cy="2423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268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F1BC4-7FA8-03A2-E940-A0260D55C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CEA973-47BE-4A28-C457-F22A0AF6E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859" y="1494721"/>
            <a:ext cx="5642643" cy="29223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63364F-30BC-72C9-3EF7-664B0FC35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850" y="1631782"/>
            <a:ext cx="3475021" cy="2156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150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9A164-3426-C7AA-C1E5-ED414E8AA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57F93F-8B1C-72AE-82FE-5E267CDD2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426" y="469654"/>
            <a:ext cx="6629950" cy="5644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303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48D11-FDA5-DEEE-BA88-57DFD5EB1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466C2F-14E5-8A99-29C0-20BB66E56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16" y="1664337"/>
            <a:ext cx="5023028" cy="39816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4BEB9A-6024-5FC7-9899-EC567785F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827" y="2320194"/>
            <a:ext cx="5334462" cy="221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52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4</Words>
  <Application>Microsoft Office PowerPoint</Application>
  <PresentationFormat>Widescreen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Aptos Slab SemiBold</vt:lpstr>
      <vt:lpstr>Arial</vt:lpstr>
      <vt:lpstr>Office Theme</vt:lpstr>
      <vt:lpstr>LAB7 – Server Switches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Senthil Nathan</dc:creator>
  <cp:lastModifiedBy>Senthil Nathan</cp:lastModifiedBy>
  <cp:revision>1</cp:revision>
  <dcterms:created xsi:type="dcterms:W3CDTF">2026-08-27T09:25:25Z</dcterms:created>
  <dcterms:modified xsi:type="dcterms:W3CDTF">2026-08-27T10:35:35Z</dcterms:modified>
</cp:coreProperties>
</file>